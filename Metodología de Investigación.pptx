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5" d="100"/>
          <a:sy n="85" d="100"/>
        </p:scale>
        <p:origin x="59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19A29F-DC16-44CD-B379-1834F486F61D}"/>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PE"/>
          </a:p>
        </p:txBody>
      </p:sp>
      <p:sp>
        <p:nvSpPr>
          <p:cNvPr id="3" name="Subtítulo 2">
            <a:extLst>
              <a:ext uri="{FF2B5EF4-FFF2-40B4-BE49-F238E27FC236}">
                <a16:creationId xmlns:a16="http://schemas.microsoft.com/office/drawing/2014/main" id="{96B95E53-7509-4AFE-89B4-04A48CD40D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E"/>
          </a:p>
        </p:txBody>
      </p:sp>
      <p:sp>
        <p:nvSpPr>
          <p:cNvPr id="4" name="Marcador de fecha 3">
            <a:extLst>
              <a:ext uri="{FF2B5EF4-FFF2-40B4-BE49-F238E27FC236}">
                <a16:creationId xmlns:a16="http://schemas.microsoft.com/office/drawing/2014/main" id="{2375F87A-CC9A-4089-948C-6670B0665309}"/>
              </a:ext>
            </a:extLst>
          </p:cNvPr>
          <p:cNvSpPr>
            <a:spLocks noGrp="1"/>
          </p:cNvSpPr>
          <p:nvPr>
            <p:ph type="dt" sz="half" idx="10"/>
          </p:nvPr>
        </p:nvSpPr>
        <p:spPr/>
        <p:txBody>
          <a:bodyPr/>
          <a:lstStyle/>
          <a:p>
            <a:fld id="{B1C872FD-7CC5-4F2D-8B44-7C6627887974}" type="datetimeFigureOut">
              <a:rPr lang="es-PE" smtClean="0"/>
              <a:t>11/10/2019</a:t>
            </a:fld>
            <a:endParaRPr lang="es-PE"/>
          </a:p>
        </p:txBody>
      </p:sp>
      <p:sp>
        <p:nvSpPr>
          <p:cNvPr id="5" name="Marcador de pie de página 4">
            <a:extLst>
              <a:ext uri="{FF2B5EF4-FFF2-40B4-BE49-F238E27FC236}">
                <a16:creationId xmlns:a16="http://schemas.microsoft.com/office/drawing/2014/main" id="{8A0EC8F1-3A67-4CC5-AF58-7C66A14C119E}"/>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31C6CE02-A210-447A-83D7-6F7AD889A0D6}"/>
              </a:ext>
            </a:extLst>
          </p:cNvPr>
          <p:cNvSpPr>
            <a:spLocks noGrp="1"/>
          </p:cNvSpPr>
          <p:nvPr>
            <p:ph type="sldNum" sz="quarter" idx="12"/>
          </p:nvPr>
        </p:nvSpPr>
        <p:spPr/>
        <p:txBody>
          <a:bodyPr/>
          <a:lstStyle/>
          <a:p>
            <a:fld id="{D035776A-7FF5-49E7-88BD-9893FCDEF92A}" type="slidenum">
              <a:rPr lang="es-PE" smtClean="0"/>
              <a:t>‹Nº›</a:t>
            </a:fld>
            <a:endParaRPr lang="es-PE"/>
          </a:p>
        </p:txBody>
      </p:sp>
    </p:spTree>
    <p:extLst>
      <p:ext uri="{BB962C8B-B14F-4D97-AF65-F5344CB8AC3E}">
        <p14:creationId xmlns:p14="http://schemas.microsoft.com/office/powerpoint/2010/main" val="2834334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1C8B3B-DF48-4B1C-B1D9-CBEB8EB40CC6}"/>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53607C83-A6A8-4602-B627-D2E7F04DA14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4ACE12C6-8E50-45F6-BC63-12016F3E8984}"/>
              </a:ext>
            </a:extLst>
          </p:cNvPr>
          <p:cNvSpPr>
            <a:spLocks noGrp="1"/>
          </p:cNvSpPr>
          <p:nvPr>
            <p:ph type="dt" sz="half" idx="10"/>
          </p:nvPr>
        </p:nvSpPr>
        <p:spPr/>
        <p:txBody>
          <a:bodyPr/>
          <a:lstStyle/>
          <a:p>
            <a:fld id="{B1C872FD-7CC5-4F2D-8B44-7C6627887974}" type="datetimeFigureOut">
              <a:rPr lang="es-PE" smtClean="0"/>
              <a:t>11/10/2019</a:t>
            </a:fld>
            <a:endParaRPr lang="es-PE"/>
          </a:p>
        </p:txBody>
      </p:sp>
      <p:sp>
        <p:nvSpPr>
          <p:cNvPr id="5" name="Marcador de pie de página 4">
            <a:extLst>
              <a:ext uri="{FF2B5EF4-FFF2-40B4-BE49-F238E27FC236}">
                <a16:creationId xmlns:a16="http://schemas.microsoft.com/office/drawing/2014/main" id="{1478DDB5-7817-4034-B321-6AFB708F8A36}"/>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AC7F8DA4-01F3-4888-8201-6B96FA86B725}"/>
              </a:ext>
            </a:extLst>
          </p:cNvPr>
          <p:cNvSpPr>
            <a:spLocks noGrp="1"/>
          </p:cNvSpPr>
          <p:nvPr>
            <p:ph type="sldNum" sz="quarter" idx="12"/>
          </p:nvPr>
        </p:nvSpPr>
        <p:spPr/>
        <p:txBody>
          <a:bodyPr/>
          <a:lstStyle/>
          <a:p>
            <a:fld id="{D035776A-7FF5-49E7-88BD-9893FCDEF92A}" type="slidenum">
              <a:rPr lang="es-PE" smtClean="0"/>
              <a:t>‹Nº›</a:t>
            </a:fld>
            <a:endParaRPr lang="es-PE"/>
          </a:p>
        </p:txBody>
      </p:sp>
    </p:spTree>
    <p:extLst>
      <p:ext uri="{BB962C8B-B14F-4D97-AF65-F5344CB8AC3E}">
        <p14:creationId xmlns:p14="http://schemas.microsoft.com/office/powerpoint/2010/main" val="2877807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E7855F-4E98-4545-B0DC-5A57335694F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12BBA47B-6A76-4A37-A096-26CAA8FC0CD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A85F1923-0226-437F-8A48-01B09FB51F61}"/>
              </a:ext>
            </a:extLst>
          </p:cNvPr>
          <p:cNvSpPr>
            <a:spLocks noGrp="1"/>
          </p:cNvSpPr>
          <p:nvPr>
            <p:ph type="dt" sz="half" idx="10"/>
          </p:nvPr>
        </p:nvSpPr>
        <p:spPr/>
        <p:txBody>
          <a:bodyPr/>
          <a:lstStyle/>
          <a:p>
            <a:fld id="{B1C872FD-7CC5-4F2D-8B44-7C6627887974}" type="datetimeFigureOut">
              <a:rPr lang="es-PE" smtClean="0"/>
              <a:t>11/10/2019</a:t>
            </a:fld>
            <a:endParaRPr lang="es-PE"/>
          </a:p>
        </p:txBody>
      </p:sp>
      <p:sp>
        <p:nvSpPr>
          <p:cNvPr id="5" name="Marcador de pie de página 4">
            <a:extLst>
              <a:ext uri="{FF2B5EF4-FFF2-40B4-BE49-F238E27FC236}">
                <a16:creationId xmlns:a16="http://schemas.microsoft.com/office/drawing/2014/main" id="{A869E406-6432-4E0C-8D1D-FE1BCAAAF2A0}"/>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5208D2A3-599C-40D7-AB5B-DD08D5A2F58D}"/>
              </a:ext>
            </a:extLst>
          </p:cNvPr>
          <p:cNvSpPr>
            <a:spLocks noGrp="1"/>
          </p:cNvSpPr>
          <p:nvPr>
            <p:ph type="sldNum" sz="quarter" idx="12"/>
          </p:nvPr>
        </p:nvSpPr>
        <p:spPr/>
        <p:txBody>
          <a:bodyPr/>
          <a:lstStyle/>
          <a:p>
            <a:fld id="{D035776A-7FF5-49E7-88BD-9893FCDEF92A}" type="slidenum">
              <a:rPr lang="es-PE" smtClean="0"/>
              <a:t>‹Nº›</a:t>
            </a:fld>
            <a:endParaRPr lang="es-PE"/>
          </a:p>
        </p:txBody>
      </p:sp>
    </p:spTree>
    <p:extLst>
      <p:ext uri="{BB962C8B-B14F-4D97-AF65-F5344CB8AC3E}">
        <p14:creationId xmlns:p14="http://schemas.microsoft.com/office/powerpoint/2010/main" val="38986163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8FC534-5477-4DFA-9A04-51391F3A5DEC}"/>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86DC35F1-5EBC-4DF8-8374-BDEBCDFD1A1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a:extLst>
              <a:ext uri="{FF2B5EF4-FFF2-40B4-BE49-F238E27FC236}">
                <a16:creationId xmlns:a16="http://schemas.microsoft.com/office/drawing/2014/main" id="{E85FE613-46A7-478F-9FAE-763F4AAFC3D9}"/>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CC7C0C60-4AD7-4970-BF91-D05B1ABEB502}"/>
              </a:ext>
            </a:extLst>
          </p:cNvPr>
          <p:cNvSpPr>
            <a:spLocks noGrp="1"/>
          </p:cNvSpPr>
          <p:nvPr>
            <p:ph type="dt" sz="half" idx="10"/>
          </p:nvPr>
        </p:nvSpPr>
        <p:spPr/>
        <p:txBody>
          <a:bodyPr/>
          <a:lstStyle/>
          <a:p>
            <a:fld id="{B1C872FD-7CC5-4F2D-8B44-7C6627887974}" type="datetimeFigureOut">
              <a:rPr lang="es-PE" smtClean="0"/>
              <a:t>11/10/2019</a:t>
            </a:fld>
            <a:endParaRPr lang="es-PE"/>
          </a:p>
        </p:txBody>
      </p:sp>
      <p:sp>
        <p:nvSpPr>
          <p:cNvPr id="6" name="Marcador de pie de página 5">
            <a:extLst>
              <a:ext uri="{FF2B5EF4-FFF2-40B4-BE49-F238E27FC236}">
                <a16:creationId xmlns:a16="http://schemas.microsoft.com/office/drawing/2014/main" id="{E22335B1-08A2-45B1-845B-D1D50AEE79C5}"/>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CE07ACD5-DB28-43A5-8373-0AC5F4BDA953}"/>
              </a:ext>
            </a:extLst>
          </p:cNvPr>
          <p:cNvSpPr>
            <a:spLocks noGrp="1"/>
          </p:cNvSpPr>
          <p:nvPr>
            <p:ph type="sldNum" sz="quarter" idx="12"/>
          </p:nvPr>
        </p:nvSpPr>
        <p:spPr/>
        <p:txBody>
          <a:bodyPr/>
          <a:lstStyle/>
          <a:p>
            <a:fld id="{D035776A-7FF5-49E7-88BD-9893FCDEF92A}" type="slidenum">
              <a:rPr lang="es-PE" smtClean="0"/>
              <a:t>‹Nº›</a:t>
            </a:fld>
            <a:endParaRPr lang="es-PE"/>
          </a:p>
        </p:txBody>
      </p:sp>
    </p:spTree>
    <p:extLst>
      <p:ext uri="{BB962C8B-B14F-4D97-AF65-F5344CB8AC3E}">
        <p14:creationId xmlns:p14="http://schemas.microsoft.com/office/powerpoint/2010/main" val="30630634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9A40D78-13A3-4CAF-B5D7-4196D2011A6A}"/>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AD0128A8-103C-4A83-A5C8-1EAE146099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61CDD9C-8070-49B5-8323-B102FF82995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B4EFBAB8-096F-4F2E-8044-BF2D465775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3CD36DEC-E047-4303-A69C-B3F6CB96502C}"/>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FD3DA12C-CEC8-474B-A620-4B802B19D98F}"/>
              </a:ext>
            </a:extLst>
          </p:cNvPr>
          <p:cNvSpPr>
            <a:spLocks noGrp="1"/>
          </p:cNvSpPr>
          <p:nvPr>
            <p:ph type="dt" sz="half" idx="10"/>
          </p:nvPr>
        </p:nvSpPr>
        <p:spPr/>
        <p:txBody>
          <a:bodyPr/>
          <a:lstStyle/>
          <a:p>
            <a:fld id="{B1C872FD-7CC5-4F2D-8B44-7C6627887974}" type="datetimeFigureOut">
              <a:rPr lang="es-PE" smtClean="0"/>
              <a:t>11/10/2019</a:t>
            </a:fld>
            <a:endParaRPr lang="es-PE"/>
          </a:p>
        </p:txBody>
      </p:sp>
      <p:sp>
        <p:nvSpPr>
          <p:cNvPr id="8" name="Marcador de pie de página 7">
            <a:extLst>
              <a:ext uri="{FF2B5EF4-FFF2-40B4-BE49-F238E27FC236}">
                <a16:creationId xmlns:a16="http://schemas.microsoft.com/office/drawing/2014/main" id="{D74BEBD3-BF82-4512-984B-047CD9279E73}"/>
              </a:ext>
            </a:extLst>
          </p:cNvPr>
          <p:cNvSpPr>
            <a:spLocks noGrp="1"/>
          </p:cNvSpPr>
          <p:nvPr>
            <p:ph type="ftr" sz="quarter" idx="11"/>
          </p:nvPr>
        </p:nvSpPr>
        <p:spPr/>
        <p:txBody>
          <a:bodyPr/>
          <a:lstStyle/>
          <a:p>
            <a:endParaRPr lang="es-PE"/>
          </a:p>
        </p:txBody>
      </p:sp>
      <p:sp>
        <p:nvSpPr>
          <p:cNvPr id="9" name="Marcador de número de diapositiva 8">
            <a:extLst>
              <a:ext uri="{FF2B5EF4-FFF2-40B4-BE49-F238E27FC236}">
                <a16:creationId xmlns:a16="http://schemas.microsoft.com/office/drawing/2014/main" id="{C3BAB0E1-AB65-40D0-B424-8D56F1C802DD}"/>
              </a:ext>
            </a:extLst>
          </p:cNvPr>
          <p:cNvSpPr>
            <a:spLocks noGrp="1"/>
          </p:cNvSpPr>
          <p:nvPr>
            <p:ph type="sldNum" sz="quarter" idx="12"/>
          </p:nvPr>
        </p:nvSpPr>
        <p:spPr/>
        <p:txBody>
          <a:bodyPr/>
          <a:lstStyle/>
          <a:p>
            <a:fld id="{D035776A-7FF5-49E7-88BD-9893FCDEF92A}" type="slidenum">
              <a:rPr lang="es-PE" smtClean="0"/>
              <a:t>‹Nº›</a:t>
            </a:fld>
            <a:endParaRPr lang="es-PE"/>
          </a:p>
        </p:txBody>
      </p:sp>
    </p:spTree>
    <p:extLst>
      <p:ext uri="{BB962C8B-B14F-4D97-AF65-F5344CB8AC3E}">
        <p14:creationId xmlns:p14="http://schemas.microsoft.com/office/powerpoint/2010/main" val="8259971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A2F4AE7-E6EA-4079-AEB4-BD671C3DF2AF}"/>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fecha 2">
            <a:extLst>
              <a:ext uri="{FF2B5EF4-FFF2-40B4-BE49-F238E27FC236}">
                <a16:creationId xmlns:a16="http://schemas.microsoft.com/office/drawing/2014/main" id="{20243B44-8AEA-49D1-AEE4-F3ED7251E9EE}"/>
              </a:ext>
            </a:extLst>
          </p:cNvPr>
          <p:cNvSpPr>
            <a:spLocks noGrp="1"/>
          </p:cNvSpPr>
          <p:nvPr>
            <p:ph type="dt" sz="half" idx="10"/>
          </p:nvPr>
        </p:nvSpPr>
        <p:spPr/>
        <p:txBody>
          <a:bodyPr/>
          <a:lstStyle/>
          <a:p>
            <a:fld id="{B1C872FD-7CC5-4F2D-8B44-7C6627887974}" type="datetimeFigureOut">
              <a:rPr lang="es-PE" smtClean="0"/>
              <a:t>11/10/2019</a:t>
            </a:fld>
            <a:endParaRPr lang="es-PE"/>
          </a:p>
        </p:txBody>
      </p:sp>
      <p:sp>
        <p:nvSpPr>
          <p:cNvPr id="4" name="Marcador de pie de página 3">
            <a:extLst>
              <a:ext uri="{FF2B5EF4-FFF2-40B4-BE49-F238E27FC236}">
                <a16:creationId xmlns:a16="http://schemas.microsoft.com/office/drawing/2014/main" id="{CA6CAD3F-D379-43F8-81A1-86505E341361}"/>
              </a:ext>
            </a:extLst>
          </p:cNvPr>
          <p:cNvSpPr>
            <a:spLocks noGrp="1"/>
          </p:cNvSpPr>
          <p:nvPr>
            <p:ph type="ftr" sz="quarter" idx="11"/>
          </p:nvPr>
        </p:nvSpPr>
        <p:spPr/>
        <p:txBody>
          <a:bodyPr/>
          <a:lstStyle/>
          <a:p>
            <a:endParaRPr lang="es-PE"/>
          </a:p>
        </p:txBody>
      </p:sp>
      <p:sp>
        <p:nvSpPr>
          <p:cNvPr id="5" name="Marcador de número de diapositiva 4">
            <a:extLst>
              <a:ext uri="{FF2B5EF4-FFF2-40B4-BE49-F238E27FC236}">
                <a16:creationId xmlns:a16="http://schemas.microsoft.com/office/drawing/2014/main" id="{A4C1F48B-77FB-4886-8410-9EBAF2133155}"/>
              </a:ext>
            </a:extLst>
          </p:cNvPr>
          <p:cNvSpPr>
            <a:spLocks noGrp="1"/>
          </p:cNvSpPr>
          <p:nvPr>
            <p:ph type="sldNum" sz="quarter" idx="12"/>
          </p:nvPr>
        </p:nvSpPr>
        <p:spPr/>
        <p:txBody>
          <a:bodyPr/>
          <a:lstStyle/>
          <a:p>
            <a:fld id="{D035776A-7FF5-49E7-88BD-9893FCDEF92A}" type="slidenum">
              <a:rPr lang="es-PE" smtClean="0"/>
              <a:t>‹Nº›</a:t>
            </a:fld>
            <a:endParaRPr lang="es-PE"/>
          </a:p>
        </p:txBody>
      </p:sp>
    </p:spTree>
    <p:extLst>
      <p:ext uri="{BB962C8B-B14F-4D97-AF65-F5344CB8AC3E}">
        <p14:creationId xmlns:p14="http://schemas.microsoft.com/office/powerpoint/2010/main" val="33477716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F39D1A34-EF9A-4F1C-87F8-A2CCF3C7668E}"/>
              </a:ext>
            </a:extLst>
          </p:cNvPr>
          <p:cNvSpPr>
            <a:spLocks noGrp="1"/>
          </p:cNvSpPr>
          <p:nvPr>
            <p:ph type="dt" sz="half" idx="10"/>
          </p:nvPr>
        </p:nvSpPr>
        <p:spPr/>
        <p:txBody>
          <a:bodyPr/>
          <a:lstStyle/>
          <a:p>
            <a:fld id="{B1C872FD-7CC5-4F2D-8B44-7C6627887974}" type="datetimeFigureOut">
              <a:rPr lang="es-PE" smtClean="0"/>
              <a:t>11/10/2019</a:t>
            </a:fld>
            <a:endParaRPr lang="es-PE"/>
          </a:p>
        </p:txBody>
      </p:sp>
      <p:sp>
        <p:nvSpPr>
          <p:cNvPr id="3" name="Marcador de pie de página 2">
            <a:extLst>
              <a:ext uri="{FF2B5EF4-FFF2-40B4-BE49-F238E27FC236}">
                <a16:creationId xmlns:a16="http://schemas.microsoft.com/office/drawing/2014/main" id="{799F6082-2C31-4CFB-8CD1-01543B1929ED}"/>
              </a:ext>
            </a:extLst>
          </p:cNvPr>
          <p:cNvSpPr>
            <a:spLocks noGrp="1"/>
          </p:cNvSpPr>
          <p:nvPr>
            <p:ph type="ftr" sz="quarter" idx="11"/>
          </p:nvPr>
        </p:nvSpPr>
        <p:spPr/>
        <p:txBody>
          <a:bodyPr/>
          <a:lstStyle/>
          <a:p>
            <a:endParaRPr lang="es-PE"/>
          </a:p>
        </p:txBody>
      </p:sp>
      <p:sp>
        <p:nvSpPr>
          <p:cNvPr id="4" name="Marcador de número de diapositiva 3">
            <a:extLst>
              <a:ext uri="{FF2B5EF4-FFF2-40B4-BE49-F238E27FC236}">
                <a16:creationId xmlns:a16="http://schemas.microsoft.com/office/drawing/2014/main" id="{AEF37D81-C7A9-484A-8347-809E8B0BABA7}"/>
              </a:ext>
            </a:extLst>
          </p:cNvPr>
          <p:cNvSpPr>
            <a:spLocks noGrp="1"/>
          </p:cNvSpPr>
          <p:nvPr>
            <p:ph type="sldNum" sz="quarter" idx="12"/>
          </p:nvPr>
        </p:nvSpPr>
        <p:spPr/>
        <p:txBody>
          <a:bodyPr/>
          <a:lstStyle/>
          <a:p>
            <a:fld id="{D035776A-7FF5-49E7-88BD-9893FCDEF92A}" type="slidenum">
              <a:rPr lang="es-PE" smtClean="0"/>
              <a:t>‹Nº›</a:t>
            </a:fld>
            <a:endParaRPr lang="es-PE"/>
          </a:p>
        </p:txBody>
      </p:sp>
    </p:spTree>
    <p:extLst>
      <p:ext uri="{BB962C8B-B14F-4D97-AF65-F5344CB8AC3E}">
        <p14:creationId xmlns:p14="http://schemas.microsoft.com/office/powerpoint/2010/main" val="2352448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D2557E-EB86-44FE-B59D-FDA6BE0F452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07666D89-CA14-418B-B5C1-DAE80995330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1CE3A433-5086-4EE7-9C6D-86601E344D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B6384BD-F2EB-488B-90BE-F717E5CDF5AB}"/>
              </a:ext>
            </a:extLst>
          </p:cNvPr>
          <p:cNvSpPr>
            <a:spLocks noGrp="1"/>
          </p:cNvSpPr>
          <p:nvPr>
            <p:ph type="dt" sz="half" idx="10"/>
          </p:nvPr>
        </p:nvSpPr>
        <p:spPr/>
        <p:txBody>
          <a:bodyPr/>
          <a:lstStyle/>
          <a:p>
            <a:fld id="{B1C872FD-7CC5-4F2D-8B44-7C6627887974}" type="datetimeFigureOut">
              <a:rPr lang="es-PE" smtClean="0"/>
              <a:t>11/10/2019</a:t>
            </a:fld>
            <a:endParaRPr lang="es-PE"/>
          </a:p>
        </p:txBody>
      </p:sp>
      <p:sp>
        <p:nvSpPr>
          <p:cNvPr id="6" name="Marcador de pie de página 5">
            <a:extLst>
              <a:ext uri="{FF2B5EF4-FFF2-40B4-BE49-F238E27FC236}">
                <a16:creationId xmlns:a16="http://schemas.microsoft.com/office/drawing/2014/main" id="{D7CEE058-F571-4E8E-B322-842EC99265AA}"/>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A06A8100-8166-4437-B0A0-BCB77D1817F9}"/>
              </a:ext>
            </a:extLst>
          </p:cNvPr>
          <p:cNvSpPr>
            <a:spLocks noGrp="1"/>
          </p:cNvSpPr>
          <p:nvPr>
            <p:ph type="sldNum" sz="quarter" idx="12"/>
          </p:nvPr>
        </p:nvSpPr>
        <p:spPr/>
        <p:txBody>
          <a:bodyPr/>
          <a:lstStyle/>
          <a:p>
            <a:fld id="{D035776A-7FF5-49E7-88BD-9893FCDEF92A}" type="slidenum">
              <a:rPr lang="es-PE" smtClean="0"/>
              <a:t>‹Nº›</a:t>
            </a:fld>
            <a:endParaRPr lang="es-PE"/>
          </a:p>
        </p:txBody>
      </p:sp>
    </p:spTree>
    <p:extLst>
      <p:ext uri="{BB962C8B-B14F-4D97-AF65-F5344CB8AC3E}">
        <p14:creationId xmlns:p14="http://schemas.microsoft.com/office/powerpoint/2010/main" val="1490009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2513FB3-E377-4B0B-A8D9-B46706007FE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79C64013-D619-45F7-A9F7-CEDA4F3A61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a:extLst>
              <a:ext uri="{FF2B5EF4-FFF2-40B4-BE49-F238E27FC236}">
                <a16:creationId xmlns:a16="http://schemas.microsoft.com/office/drawing/2014/main" id="{5045B140-3089-4A4D-9920-6D24B209AD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E29C945-8F49-4DE7-8ACF-0ABED5C0F2F5}"/>
              </a:ext>
            </a:extLst>
          </p:cNvPr>
          <p:cNvSpPr>
            <a:spLocks noGrp="1"/>
          </p:cNvSpPr>
          <p:nvPr>
            <p:ph type="dt" sz="half" idx="10"/>
          </p:nvPr>
        </p:nvSpPr>
        <p:spPr/>
        <p:txBody>
          <a:bodyPr/>
          <a:lstStyle/>
          <a:p>
            <a:fld id="{B1C872FD-7CC5-4F2D-8B44-7C6627887974}" type="datetimeFigureOut">
              <a:rPr lang="es-PE" smtClean="0"/>
              <a:t>11/10/2019</a:t>
            </a:fld>
            <a:endParaRPr lang="es-PE"/>
          </a:p>
        </p:txBody>
      </p:sp>
      <p:sp>
        <p:nvSpPr>
          <p:cNvPr id="6" name="Marcador de pie de página 5">
            <a:extLst>
              <a:ext uri="{FF2B5EF4-FFF2-40B4-BE49-F238E27FC236}">
                <a16:creationId xmlns:a16="http://schemas.microsoft.com/office/drawing/2014/main" id="{313B3FB9-2755-4344-9EBB-44E5946FDB4C}"/>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051E0305-A868-45F2-9247-AD7FD1D7BEF2}"/>
              </a:ext>
            </a:extLst>
          </p:cNvPr>
          <p:cNvSpPr>
            <a:spLocks noGrp="1"/>
          </p:cNvSpPr>
          <p:nvPr>
            <p:ph type="sldNum" sz="quarter" idx="12"/>
          </p:nvPr>
        </p:nvSpPr>
        <p:spPr/>
        <p:txBody>
          <a:bodyPr/>
          <a:lstStyle/>
          <a:p>
            <a:fld id="{D035776A-7FF5-49E7-88BD-9893FCDEF92A}" type="slidenum">
              <a:rPr lang="es-PE" smtClean="0"/>
              <a:t>‹Nº›</a:t>
            </a:fld>
            <a:endParaRPr lang="es-PE"/>
          </a:p>
        </p:txBody>
      </p:sp>
    </p:spTree>
    <p:extLst>
      <p:ext uri="{BB962C8B-B14F-4D97-AF65-F5344CB8AC3E}">
        <p14:creationId xmlns:p14="http://schemas.microsoft.com/office/powerpoint/2010/main" val="42079160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8630B3-9703-475C-8C62-44587B9A7F4D}"/>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41EC16C4-4193-4909-A350-0911D0850BBC}"/>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FAE9686A-3AE5-4B2E-9E6B-3E07968CD7A3}"/>
              </a:ext>
            </a:extLst>
          </p:cNvPr>
          <p:cNvSpPr>
            <a:spLocks noGrp="1"/>
          </p:cNvSpPr>
          <p:nvPr>
            <p:ph type="dt" sz="half" idx="10"/>
          </p:nvPr>
        </p:nvSpPr>
        <p:spPr/>
        <p:txBody>
          <a:bodyPr/>
          <a:lstStyle/>
          <a:p>
            <a:fld id="{B1C872FD-7CC5-4F2D-8B44-7C6627887974}" type="datetimeFigureOut">
              <a:rPr lang="es-PE" smtClean="0"/>
              <a:t>11/10/2019</a:t>
            </a:fld>
            <a:endParaRPr lang="es-PE"/>
          </a:p>
        </p:txBody>
      </p:sp>
      <p:sp>
        <p:nvSpPr>
          <p:cNvPr id="5" name="Marcador de pie de página 4">
            <a:extLst>
              <a:ext uri="{FF2B5EF4-FFF2-40B4-BE49-F238E27FC236}">
                <a16:creationId xmlns:a16="http://schemas.microsoft.com/office/drawing/2014/main" id="{4E11B8ED-974C-4B49-90F0-4C0BD5C1562D}"/>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95EACD19-AED8-474A-9EE8-F035B8005336}"/>
              </a:ext>
            </a:extLst>
          </p:cNvPr>
          <p:cNvSpPr>
            <a:spLocks noGrp="1"/>
          </p:cNvSpPr>
          <p:nvPr>
            <p:ph type="sldNum" sz="quarter" idx="12"/>
          </p:nvPr>
        </p:nvSpPr>
        <p:spPr/>
        <p:txBody>
          <a:bodyPr/>
          <a:lstStyle/>
          <a:p>
            <a:fld id="{D035776A-7FF5-49E7-88BD-9893FCDEF92A}" type="slidenum">
              <a:rPr lang="es-PE" smtClean="0"/>
              <a:t>‹Nº›</a:t>
            </a:fld>
            <a:endParaRPr lang="es-PE"/>
          </a:p>
        </p:txBody>
      </p:sp>
    </p:spTree>
    <p:extLst>
      <p:ext uri="{BB962C8B-B14F-4D97-AF65-F5344CB8AC3E}">
        <p14:creationId xmlns:p14="http://schemas.microsoft.com/office/powerpoint/2010/main" val="38584989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62EC751-94E5-43EB-963D-25E02AA20F4E}"/>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A8EC5E83-00CA-4B54-AFAB-58C141683C85}"/>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D47E81D9-A39D-4A44-8822-D1F815DF84DA}"/>
              </a:ext>
            </a:extLst>
          </p:cNvPr>
          <p:cNvSpPr>
            <a:spLocks noGrp="1"/>
          </p:cNvSpPr>
          <p:nvPr>
            <p:ph type="dt" sz="half" idx="10"/>
          </p:nvPr>
        </p:nvSpPr>
        <p:spPr/>
        <p:txBody>
          <a:bodyPr/>
          <a:lstStyle/>
          <a:p>
            <a:fld id="{B1C872FD-7CC5-4F2D-8B44-7C6627887974}" type="datetimeFigureOut">
              <a:rPr lang="es-PE" smtClean="0"/>
              <a:t>11/10/2019</a:t>
            </a:fld>
            <a:endParaRPr lang="es-PE"/>
          </a:p>
        </p:txBody>
      </p:sp>
      <p:sp>
        <p:nvSpPr>
          <p:cNvPr id="5" name="Marcador de pie de página 4">
            <a:extLst>
              <a:ext uri="{FF2B5EF4-FFF2-40B4-BE49-F238E27FC236}">
                <a16:creationId xmlns:a16="http://schemas.microsoft.com/office/drawing/2014/main" id="{02387F56-AE73-482C-A8A4-500D16D1F701}"/>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13A1696A-36BB-478F-A61A-C238F31255B9}"/>
              </a:ext>
            </a:extLst>
          </p:cNvPr>
          <p:cNvSpPr>
            <a:spLocks noGrp="1"/>
          </p:cNvSpPr>
          <p:nvPr>
            <p:ph type="sldNum" sz="quarter" idx="12"/>
          </p:nvPr>
        </p:nvSpPr>
        <p:spPr/>
        <p:txBody>
          <a:bodyPr/>
          <a:lstStyle/>
          <a:p>
            <a:fld id="{D035776A-7FF5-49E7-88BD-9893FCDEF92A}" type="slidenum">
              <a:rPr lang="es-PE" smtClean="0"/>
              <a:t>‹Nº›</a:t>
            </a:fld>
            <a:endParaRPr lang="es-PE"/>
          </a:p>
        </p:txBody>
      </p:sp>
    </p:spTree>
    <p:extLst>
      <p:ext uri="{BB962C8B-B14F-4D97-AF65-F5344CB8AC3E}">
        <p14:creationId xmlns:p14="http://schemas.microsoft.com/office/powerpoint/2010/main" val="15274806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F8B0D3E-007B-420F-BDE1-86939D6948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E922388D-4DD5-4194-B014-D39556ED45C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0F087BE0-7884-421F-BEDD-A4201609BD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C872FD-7CC5-4F2D-8B44-7C6627887974}" type="datetimeFigureOut">
              <a:rPr lang="es-PE" smtClean="0"/>
              <a:t>11/10/2019</a:t>
            </a:fld>
            <a:endParaRPr lang="es-PE"/>
          </a:p>
        </p:txBody>
      </p:sp>
      <p:sp>
        <p:nvSpPr>
          <p:cNvPr id="5" name="Marcador de pie de página 4">
            <a:extLst>
              <a:ext uri="{FF2B5EF4-FFF2-40B4-BE49-F238E27FC236}">
                <a16:creationId xmlns:a16="http://schemas.microsoft.com/office/drawing/2014/main" id="{D10CCC3B-F3A4-4EAB-81C3-E7CF0638A1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PE"/>
          </a:p>
        </p:txBody>
      </p:sp>
      <p:sp>
        <p:nvSpPr>
          <p:cNvPr id="6" name="Marcador de número de diapositiva 5">
            <a:extLst>
              <a:ext uri="{FF2B5EF4-FFF2-40B4-BE49-F238E27FC236}">
                <a16:creationId xmlns:a16="http://schemas.microsoft.com/office/drawing/2014/main" id="{3A02A11E-DF4B-492D-8691-99C3D86CC9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35776A-7FF5-49E7-88BD-9893FCDEF92A}" type="slidenum">
              <a:rPr lang="es-PE" smtClean="0"/>
              <a:t>‹Nº›</a:t>
            </a:fld>
            <a:endParaRPr lang="es-PE"/>
          </a:p>
        </p:txBody>
      </p:sp>
    </p:spTree>
    <p:extLst>
      <p:ext uri="{BB962C8B-B14F-4D97-AF65-F5344CB8AC3E}">
        <p14:creationId xmlns:p14="http://schemas.microsoft.com/office/powerpoint/2010/main" val="32051876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8534CB-2290-4CB5-BA7F-F17ED75130E5}"/>
              </a:ext>
            </a:extLst>
          </p:cNvPr>
          <p:cNvSpPr>
            <a:spLocks noGrp="1"/>
          </p:cNvSpPr>
          <p:nvPr>
            <p:ph type="ctrTitle"/>
          </p:nvPr>
        </p:nvSpPr>
        <p:spPr/>
        <p:txBody>
          <a:bodyPr/>
          <a:lstStyle/>
          <a:p>
            <a:r>
              <a:rPr lang="es-PE" dirty="0"/>
              <a:t>Metodología de Investigación</a:t>
            </a:r>
          </a:p>
        </p:txBody>
      </p:sp>
      <p:sp>
        <p:nvSpPr>
          <p:cNvPr id="3" name="Subtítulo 2">
            <a:extLst>
              <a:ext uri="{FF2B5EF4-FFF2-40B4-BE49-F238E27FC236}">
                <a16:creationId xmlns:a16="http://schemas.microsoft.com/office/drawing/2014/main" id="{78F8916B-2EC6-4C7D-9BF6-9B8BB37C1134}"/>
              </a:ext>
            </a:extLst>
          </p:cNvPr>
          <p:cNvSpPr>
            <a:spLocks noGrp="1"/>
          </p:cNvSpPr>
          <p:nvPr>
            <p:ph type="subTitle" idx="1"/>
          </p:nvPr>
        </p:nvSpPr>
        <p:spPr/>
        <p:txBody>
          <a:bodyPr/>
          <a:lstStyle/>
          <a:p>
            <a:r>
              <a:rPr lang="es-PE" dirty="0"/>
              <a:t>TESIS</a:t>
            </a:r>
          </a:p>
        </p:txBody>
      </p:sp>
    </p:spTree>
    <p:extLst>
      <p:ext uri="{BB962C8B-B14F-4D97-AF65-F5344CB8AC3E}">
        <p14:creationId xmlns:p14="http://schemas.microsoft.com/office/powerpoint/2010/main" val="33390598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8EE7EC-E730-4065-8F22-8CDCE255672E}"/>
              </a:ext>
            </a:extLst>
          </p:cNvPr>
          <p:cNvSpPr>
            <a:spLocks noGrp="1"/>
          </p:cNvSpPr>
          <p:nvPr>
            <p:ph type="title"/>
          </p:nvPr>
        </p:nvSpPr>
        <p:spPr/>
        <p:txBody>
          <a:bodyPr/>
          <a:lstStyle/>
          <a:p>
            <a:pPr algn="ctr"/>
            <a:r>
              <a:rPr lang="es-PE" dirty="0"/>
              <a:t>Título tentativo del proyecto de tesis</a:t>
            </a:r>
          </a:p>
        </p:txBody>
      </p:sp>
      <p:sp>
        <p:nvSpPr>
          <p:cNvPr id="3" name="Marcador de contenido 2">
            <a:extLst>
              <a:ext uri="{FF2B5EF4-FFF2-40B4-BE49-F238E27FC236}">
                <a16:creationId xmlns:a16="http://schemas.microsoft.com/office/drawing/2014/main" id="{BB6FFCE8-454E-4C39-B95B-98C52E8BB157}"/>
              </a:ext>
            </a:extLst>
          </p:cNvPr>
          <p:cNvSpPr>
            <a:spLocks noGrp="1"/>
          </p:cNvSpPr>
          <p:nvPr>
            <p:ph idx="1"/>
          </p:nvPr>
        </p:nvSpPr>
        <p:spPr/>
        <p:txBody>
          <a:bodyPr>
            <a:normAutofit/>
          </a:bodyPr>
          <a:lstStyle/>
          <a:p>
            <a:pPr marL="0" indent="0" algn="ctr">
              <a:buNone/>
            </a:pPr>
            <a:r>
              <a:rPr lang="es-ES" sz="4800" dirty="0"/>
              <a:t>Adaptación del marco de desarrollo y servicios de AWS </a:t>
            </a:r>
            <a:r>
              <a:rPr lang="es-ES" sz="4800" dirty="0" err="1"/>
              <a:t>Amplify</a:t>
            </a:r>
            <a:r>
              <a:rPr lang="es-ES" sz="4800" dirty="0"/>
              <a:t> para la generación de experiencia de realidad virtual en negocios de hostelería. Caso practico: Alquiler de cuartos “El </a:t>
            </a:r>
            <a:r>
              <a:rPr lang="es-ES" sz="4800" dirty="0" err="1"/>
              <a:t>Faustiniano</a:t>
            </a:r>
            <a:r>
              <a:rPr lang="es-ES" sz="4800" dirty="0"/>
              <a:t>”</a:t>
            </a:r>
            <a:endParaRPr lang="es-PE" sz="4800" dirty="0"/>
          </a:p>
        </p:txBody>
      </p:sp>
    </p:spTree>
    <p:extLst>
      <p:ext uri="{BB962C8B-B14F-4D97-AF65-F5344CB8AC3E}">
        <p14:creationId xmlns:p14="http://schemas.microsoft.com/office/powerpoint/2010/main" val="14015359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DB852D-2491-45B8-85A4-5BFA2698ECE2}"/>
              </a:ext>
            </a:extLst>
          </p:cNvPr>
          <p:cNvSpPr>
            <a:spLocks noGrp="1"/>
          </p:cNvSpPr>
          <p:nvPr>
            <p:ph type="title"/>
          </p:nvPr>
        </p:nvSpPr>
        <p:spPr/>
        <p:txBody>
          <a:bodyPr/>
          <a:lstStyle/>
          <a:p>
            <a:pPr algn="ctr"/>
            <a:r>
              <a:rPr lang="es-PE" dirty="0"/>
              <a:t>Definición del problema</a:t>
            </a:r>
          </a:p>
        </p:txBody>
      </p:sp>
      <p:sp>
        <p:nvSpPr>
          <p:cNvPr id="3" name="Marcador de contenido 2">
            <a:extLst>
              <a:ext uri="{FF2B5EF4-FFF2-40B4-BE49-F238E27FC236}">
                <a16:creationId xmlns:a16="http://schemas.microsoft.com/office/drawing/2014/main" id="{3D00F8F5-389A-4705-826D-E094A5715D22}"/>
              </a:ext>
            </a:extLst>
          </p:cNvPr>
          <p:cNvSpPr>
            <a:spLocks noGrp="1"/>
          </p:cNvSpPr>
          <p:nvPr>
            <p:ph idx="1"/>
          </p:nvPr>
        </p:nvSpPr>
        <p:spPr/>
        <p:txBody>
          <a:bodyPr>
            <a:normAutofit lnSpcReduction="10000"/>
          </a:bodyPr>
          <a:lstStyle/>
          <a:p>
            <a:pPr marL="0" indent="0">
              <a:buNone/>
            </a:pPr>
            <a:r>
              <a:rPr lang="es-PE" dirty="0"/>
              <a:t>La necesidad de entrega de software bajo un enfoque ágil y la creciente demanda de la tecnología de realidad virtual para la generación de experiencias al cliente, sumado al hecho de la gran cantidad de herramientas de desarrollo y de servicios disponibles en el mercado, hace surgir el problema de la falta de un marco de trabajo capaz de solventar todos estos requerimientos, es por ello que esta tesis de maestría se propone adaptar el marco de desarrollo y de servicios de AWS </a:t>
            </a:r>
            <a:r>
              <a:rPr lang="es-PE" dirty="0" err="1"/>
              <a:t>Amplify</a:t>
            </a:r>
            <a:r>
              <a:rPr lang="es-PE" dirty="0"/>
              <a:t> para la generación de experiencias de realidad virtual en la web bajo un enfoque ágil demostrando su uso en uno de los negocios más importantes del país como lo es el de </a:t>
            </a:r>
            <a:r>
              <a:rPr lang="es-PE" dirty="0" err="1"/>
              <a:t>Hosteleria</a:t>
            </a:r>
            <a:r>
              <a:rPr lang="es-PE" dirty="0"/>
              <a:t> en una pequeña asociación de alquiler de habitaciones de la ciudad de Huacho llamado “El </a:t>
            </a:r>
            <a:r>
              <a:rPr lang="es-PE" dirty="0" err="1"/>
              <a:t>Faustiniano</a:t>
            </a:r>
            <a:r>
              <a:rPr lang="es-PE" dirty="0"/>
              <a:t>”</a:t>
            </a:r>
          </a:p>
        </p:txBody>
      </p:sp>
    </p:spTree>
    <p:extLst>
      <p:ext uri="{BB962C8B-B14F-4D97-AF65-F5344CB8AC3E}">
        <p14:creationId xmlns:p14="http://schemas.microsoft.com/office/powerpoint/2010/main" val="674264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0D8B71-6ACB-4BD1-BFF6-A538CA11605A}"/>
              </a:ext>
            </a:extLst>
          </p:cNvPr>
          <p:cNvSpPr>
            <a:spLocks noGrp="1"/>
          </p:cNvSpPr>
          <p:nvPr>
            <p:ph type="title"/>
          </p:nvPr>
        </p:nvSpPr>
        <p:spPr/>
        <p:txBody>
          <a:bodyPr/>
          <a:lstStyle/>
          <a:p>
            <a:r>
              <a:rPr lang="es-PE" dirty="0"/>
              <a:t>Objetivos Generales y Específicos</a:t>
            </a:r>
          </a:p>
        </p:txBody>
      </p:sp>
      <p:sp>
        <p:nvSpPr>
          <p:cNvPr id="3" name="Marcador de contenido 2">
            <a:extLst>
              <a:ext uri="{FF2B5EF4-FFF2-40B4-BE49-F238E27FC236}">
                <a16:creationId xmlns:a16="http://schemas.microsoft.com/office/drawing/2014/main" id="{BC736CF4-B204-4FA8-BB0A-7BB2B2F1003D}"/>
              </a:ext>
            </a:extLst>
          </p:cNvPr>
          <p:cNvSpPr>
            <a:spLocks noGrp="1"/>
          </p:cNvSpPr>
          <p:nvPr>
            <p:ph idx="1"/>
          </p:nvPr>
        </p:nvSpPr>
        <p:spPr/>
        <p:txBody>
          <a:bodyPr>
            <a:normAutofit fontScale="85000" lnSpcReduction="20000"/>
          </a:bodyPr>
          <a:lstStyle/>
          <a:p>
            <a:pPr marL="0" indent="0">
              <a:buNone/>
            </a:pPr>
            <a:r>
              <a:rPr lang="es-PE" dirty="0"/>
              <a:t>General:</a:t>
            </a:r>
          </a:p>
          <a:p>
            <a:r>
              <a:rPr lang="es-PE" dirty="0"/>
              <a:t>Adaptar el marco de desarrollo y de servicios de AWS </a:t>
            </a:r>
            <a:r>
              <a:rPr lang="es-PE" dirty="0" err="1"/>
              <a:t>Amplify</a:t>
            </a:r>
            <a:r>
              <a:rPr lang="es-PE" dirty="0"/>
              <a:t> para la generación de experiencias de realidad virtual en la web de negocios de Hostelería.</a:t>
            </a:r>
          </a:p>
          <a:p>
            <a:pPr marL="0" indent="0">
              <a:buNone/>
            </a:pPr>
            <a:r>
              <a:rPr lang="es-PE" dirty="0"/>
              <a:t>Específicos</a:t>
            </a:r>
          </a:p>
          <a:p>
            <a:r>
              <a:rPr lang="es-PE" dirty="0"/>
              <a:t>Demostrar la validez del marco de trabajo aplicándolo en un negocio de alquiler de cuartos llamado “El </a:t>
            </a:r>
            <a:r>
              <a:rPr lang="es-PE" dirty="0" err="1"/>
              <a:t>Faustiniano</a:t>
            </a:r>
            <a:r>
              <a:rPr lang="es-PE" dirty="0"/>
              <a:t>” </a:t>
            </a:r>
          </a:p>
          <a:p>
            <a:r>
              <a:rPr lang="es-PE" dirty="0"/>
              <a:t>Limitar el marco de servicios de AWS </a:t>
            </a:r>
            <a:r>
              <a:rPr lang="es-PE" dirty="0" err="1"/>
              <a:t>Amplify</a:t>
            </a:r>
            <a:r>
              <a:rPr lang="es-PE" dirty="0"/>
              <a:t> para la creación de sitios web capaces de soportar realidad virtual.</a:t>
            </a:r>
          </a:p>
          <a:p>
            <a:r>
              <a:rPr lang="es-PE" dirty="0"/>
              <a:t>Proponer un marco de desarrollo capaz de responder a un enfoque ágil y acoplar los diversos requerimientos en la creación de un sitio web con realidad virtual.</a:t>
            </a:r>
          </a:p>
          <a:p>
            <a:r>
              <a:rPr lang="es-PE" dirty="0"/>
              <a:t>Proponer un diseño para los negocios de </a:t>
            </a:r>
            <a:r>
              <a:rPr lang="es-PE" dirty="0" err="1"/>
              <a:t>hosteleria</a:t>
            </a:r>
            <a:r>
              <a:rPr lang="es-PE" dirty="0"/>
              <a:t> que quieran habilitar realidad virtual en sus sitios web</a:t>
            </a:r>
          </a:p>
        </p:txBody>
      </p:sp>
    </p:spTree>
    <p:extLst>
      <p:ext uri="{BB962C8B-B14F-4D97-AF65-F5344CB8AC3E}">
        <p14:creationId xmlns:p14="http://schemas.microsoft.com/office/powerpoint/2010/main" val="8416685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C4761E-949C-4748-AE0A-CB195D5D09FF}"/>
              </a:ext>
            </a:extLst>
          </p:cNvPr>
          <p:cNvSpPr>
            <a:spLocks noGrp="1"/>
          </p:cNvSpPr>
          <p:nvPr>
            <p:ph type="title"/>
          </p:nvPr>
        </p:nvSpPr>
        <p:spPr/>
        <p:txBody>
          <a:bodyPr/>
          <a:lstStyle/>
          <a:p>
            <a:r>
              <a:rPr lang="es-PE" dirty="0"/>
              <a:t>Justificación</a:t>
            </a:r>
          </a:p>
        </p:txBody>
      </p:sp>
      <p:sp>
        <p:nvSpPr>
          <p:cNvPr id="3" name="Marcador de contenido 2">
            <a:extLst>
              <a:ext uri="{FF2B5EF4-FFF2-40B4-BE49-F238E27FC236}">
                <a16:creationId xmlns:a16="http://schemas.microsoft.com/office/drawing/2014/main" id="{76F873DE-092B-4911-AF84-68E2D92DDE1F}"/>
              </a:ext>
            </a:extLst>
          </p:cNvPr>
          <p:cNvSpPr>
            <a:spLocks noGrp="1"/>
          </p:cNvSpPr>
          <p:nvPr>
            <p:ph idx="1"/>
          </p:nvPr>
        </p:nvSpPr>
        <p:spPr/>
        <p:txBody>
          <a:bodyPr/>
          <a:lstStyle/>
          <a:p>
            <a:r>
              <a:rPr lang="es-PE"/>
              <a:t>Teórica</a:t>
            </a:r>
          </a:p>
          <a:p>
            <a:endParaRPr lang="es-PE" dirty="0"/>
          </a:p>
        </p:txBody>
      </p:sp>
    </p:spTree>
    <p:extLst>
      <p:ext uri="{BB962C8B-B14F-4D97-AF65-F5344CB8AC3E}">
        <p14:creationId xmlns:p14="http://schemas.microsoft.com/office/powerpoint/2010/main" val="1001104839"/>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TotalTime>
  <Words>305</Words>
  <Application>Microsoft Office PowerPoint</Application>
  <PresentationFormat>Panorámica</PresentationFormat>
  <Paragraphs>16</Paragraphs>
  <Slides>5</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5</vt:i4>
      </vt:variant>
    </vt:vector>
  </HeadingPairs>
  <TitlesOfParts>
    <vt:vector size="9" baseType="lpstr">
      <vt:lpstr>Arial</vt:lpstr>
      <vt:lpstr>Calibri</vt:lpstr>
      <vt:lpstr>Calibri Light</vt:lpstr>
      <vt:lpstr>Tema de Office</vt:lpstr>
      <vt:lpstr>Metodología de Investigación</vt:lpstr>
      <vt:lpstr>Título tentativo del proyecto de tesis</vt:lpstr>
      <vt:lpstr>Definición del problema</vt:lpstr>
      <vt:lpstr>Objetivos Generales y Específicos</vt:lpstr>
      <vt:lpstr>Justificación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Metodología de Investigación</dc:title>
  <dc:creator>Alexis Jesus Peralta Holyoak</dc:creator>
  <cp:lastModifiedBy>Alexis Jesus Peralta Holyoak</cp:lastModifiedBy>
  <cp:revision>20</cp:revision>
  <dcterms:created xsi:type="dcterms:W3CDTF">2019-10-12T02:36:38Z</dcterms:created>
  <dcterms:modified xsi:type="dcterms:W3CDTF">2019-10-12T03:33:54Z</dcterms:modified>
</cp:coreProperties>
</file>